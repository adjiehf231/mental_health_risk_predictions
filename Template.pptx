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Portfolio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Mental Health Risk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Build end-to-end machine learning pipeline</a:t>
            </a:r>
          </a:p>
          <a:p>
            <a:pPr/>
            <a:r>
              <a:t>Perform exploratory data analysis to uncover insights</a:t>
            </a:r>
          </a:p>
          <a:p>
            <a:pPr/>
            <a:r>
              <a:t>Train multi-class classification models</a:t>
            </a:r>
          </a:p>
          <a:p>
            <a:pPr/>
            <a:r>
              <a:t>Develop interactive Streamlit dashboard</a:t>
            </a:r>
          </a:p>
          <a:p>
            <a:pPr/>
            <a:r>
              <a:t>Create production-ready prediction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Understanding problem context &amp; risk classification</a:t>
            </a:r>
          </a:p>
          <a:p>
            <a:pPr/>
            <a:r>
              <a:t>Collecting and validating dataset (25 features, 25k rows)</a:t>
            </a:r>
          </a:p>
          <a:p>
            <a:pPr/>
            <a:r>
              <a:t>Environment setup: Python, virtual env, requirements</a:t>
            </a:r>
          </a:p>
          <a:p>
            <a:pPr/>
            <a:r>
              <a:t>Defining CRISP-DM workflow</a:t>
            </a:r>
          </a:p>
          <a:p>
            <a:pPr/>
            <a:r>
              <a:t>Planning folder structure and artifacts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CRISP-DM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Business Understanding</a:t>
            </a:r>
          </a:p>
          <a:p>
            <a:pPr/>
            <a:r>
              <a:t>Data Understanding</a:t>
            </a:r>
          </a:p>
          <a:p>
            <a:pPr/>
            <a:r>
              <a:t>Data Preparation</a:t>
            </a:r>
          </a:p>
          <a:p>
            <a:pPr/>
            <a:r>
              <a:t>Modeling</a:t>
            </a:r>
          </a:p>
          <a:p>
            <a:pPr/>
            <a:r>
              <a:t>Evaluation</a:t>
            </a:r>
          </a:p>
          <a:p>
            <a:pPr/>
            <a:r>
              <a:t>Deployment (Streamlit App)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Dataset contains demographic, lifestyle, psychological factors</a:t>
            </a:r>
          </a:p>
          <a:p>
            <a:pPr/>
            <a:r>
              <a:t>Target variable: mental health risk (0,1,2)</a:t>
            </a:r>
          </a:p>
          <a:p>
            <a:pPr/>
            <a:r>
              <a:t>Performed missing value checks</a:t>
            </a:r>
          </a:p>
          <a:p>
            <a:pPr/>
            <a:r>
              <a:t>Performed distribution and correlation analysis</a:t>
            </a:r>
          </a:p>
          <a:p>
            <a:pPr/>
            <a:r>
              <a:t>Identified high-impact features: depression, anxiety, stress scores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Duplicate removal (2.1%)</a:t>
            </a:r>
          </a:p>
          <a:p>
            <a:pPr/>
            <a:r>
              <a:t>Missing value handling (mean/mode imputation)</a:t>
            </a:r>
          </a:p>
          <a:p>
            <a:pPr/>
            <a:r>
              <a:t>Outlier capping using IQR</a:t>
            </a:r>
          </a:p>
          <a:p>
            <a:pPr/>
            <a:r>
              <a:t>Encoding categorical variables</a:t>
            </a:r>
          </a:p>
          <a:p>
            <a:pPr/>
            <a:r>
              <a:t>Feature scaling using StandardScaler</a:t>
            </a:r>
          </a:p>
          <a:p>
            <a:pPr/>
            <a:r>
              <a:t>Feature selection using SelectKBest (15 best features)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Created composite stress score</a:t>
            </a:r>
          </a:p>
          <a:p>
            <a:pPr/>
            <a:r>
              <a:t>Created sleep-to-activity ratio</a:t>
            </a:r>
          </a:p>
          <a:p>
            <a:pPr/>
            <a:r>
              <a:t>Evaluated feature importance</a:t>
            </a:r>
          </a:p>
          <a:p>
            <a:pPr/>
            <a:r>
              <a:t>Generated clean_data.csv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Trained 5 ML models: RF, SVM, DT, NB, KNN</a:t>
            </a:r>
          </a:p>
          <a:p>
            <a:pPr/>
            <a:r>
              <a:t>Used Stratified 5-fold cross validation</a:t>
            </a:r>
          </a:p>
          <a:p>
            <a:pPr/>
            <a:r>
              <a:t>Performed hyperparameter configuration</a:t>
            </a:r>
          </a:p>
          <a:p>
            <a:pPr/>
            <a:r>
              <a:t>Evaluated metrics: Accuracy, Precision, Recall, F1, ROC-AUC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Random Forest selected as best model</a:t>
            </a:r>
          </a:p>
          <a:p>
            <a:pPr/>
            <a:r>
              <a:t>F1-score: 0.88</a:t>
            </a:r>
          </a:p>
          <a:p>
            <a:pPr/>
            <a:r>
              <a:t>High interpretability and robustness</a:t>
            </a:r>
          </a:p>
          <a:p>
            <a:pPr/>
            <a:r>
              <a:t>Saved as best_model.pkl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Interactive EDA with modern visualizations</a:t>
            </a:r>
          </a:p>
          <a:p>
            <a:pPr/>
            <a:r>
              <a:t>Model comparison page</a:t>
            </a:r>
          </a:p>
          <a:p>
            <a:pPr/>
            <a:r>
              <a:t>Preprocessing transparency</a:t>
            </a:r>
          </a:p>
          <a:p>
            <a:pPr/>
            <a:r>
              <a:t>User input prediction form</a:t>
            </a:r>
          </a:p>
          <a:p>
            <a:pPr/>
            <a:r>
              <a:t>Probability output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Streamlit local deployment</a:t>
            </a:r>
          </a:p>
          <a:p>
            <a:pPr/>
            <a:r>
              <a:t>Can be deployed on Streamlit Cloud</a:t>
            </a:r>
          </a:p>
          <a:p>
            <a:pPr/>
            <a:r>
              <a:t>Optional Docker deployment</a:t>
            </a:r>
          </a:p>
          <a:p>
            <a:pPr/>
            <a:r>
              <a:t>Folder structure built for production readiness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Clean datasets (raw → processed)</a:t>
            </a:r>
          </a:p>
          <a:p>
            <a:pPr/>
            <a:r>
              <a:t>Model files (.pkl)</a:t>
            </a:r>
          </a:p>
          <a:p>
            <a:pPr/>
            <a:r>
              <a:t>Metrics reports (JSON/CSV)</a:t>
            </a:r>
          </a:p>
          <a:p>
            <a:pPr/>
            <a:r>
              <a:t>Visualization figures (PNG)</a:t>
            </a:r>
          </a:p>
          <a:p>
            <a:pPr/>
            <a:r>
              <a:t>Full Streamlit multi-page 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built full data science project</a:t>
            </a:r>
          </a:p>
          <a:p>
            <a:pPr/>
            <a:r>
              <a:t>End-to-end solution ready for deployment</a:t>
            </a:r>
          </a:p>
          <a:p>
            <a:pPr/>
            <a:r>
              <a:t>Scalable workflow following CRISP-DM</a:t>
            </a:r>
          </a:p>
          <a:p>
            <a:pPr/>
            <a:r>
              <a:t>Useful as portfolio for Data Science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